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4f81450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64f81450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76dd33fa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76dd33fa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76dd33fa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76dd33fa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76dd33fa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76dd33fa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76dd33fa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76dd33fa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76dd33fa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76dd33fa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76dd33fa6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976dd33fa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76dd33fa6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76dd33fa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8121cc6e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8121cc6e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8121cc6e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8121cc6e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youtu.be/EFHZ58ks7_c" TargetMode="External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33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400">
                <a:latin typeface="Calibri"/>
                <a:ea typeface="Calibri"/>
                <a:cs typeface="Calibri"/>
                <a:sym typeface="Calibri"/>
              </a:rPr>
              <a:t>Miniaturized Mobile Robot for Educational Applications in Logistics</a:t>
            </a:r>
            <a:endParaRPr b="1" sz="4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750">
                <a:latin typeface="Calibri"/>
                <a:ea typeface="Calibri"/>
                <a:cs typeface="Calibri"/>
                <a:sym typeface="Calibri"/>
              </a:rPr>
              <a:t>CROS 2026</a:t>
            </a:r>
            <a:r>
              <a:rPr lang="pt-BR" sz="2750">
                <a:latin typeface="Calibri"/>
                <a:ea typeface="Calibri"/>
                <a:cs typeface="Calibri"/>
                <a:sym typeface="Calibri"/>
              </a:rPr>
              <a:t> - Brazilian Conference on Robotics</a:t>
            </a:r>
            <a:endParaRPr sz="27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João Pessoa, Brazil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April 27–30, 2026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162700"/>
            <a:ext cx="8520600" cy="13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</a:rPr>
              <a:t>Cé</a:t>
            </a:r>
            <a:r>
              <a:rPr lang="pt-BR" sz="1800">
                <a:solidFill>
                  <a:srgbClr val="000000"/>
                </a:solidFill>
              </a:rPr>
              <a:t>sar Grossl (UTFPR)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</a:rPr>
              <a:t>Dieisson Martinelli (UDESC)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</a:rPr>
              <a:t>Vivian Cremer Kalempa (UDESC)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</a:rPr>
              <a:t>André Schneider de Oliveira (UTFPR)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5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1741075" y="4413625"/>
            <a:ext cx="4743900" cy="6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" name="Google Shape;58;p13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8926" y="4465900"/>
            <a:ext cx="1322325" cy="53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Motivation</a:t>
            </a:r>
            <a:endParaRPr b="1"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575300" y="962350"/>
            <a:ext cx="7827300" cy="3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Internal logistics still relies on human-operated forklifts.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Material handling is subject to errors, safety risks, and inefficiencies.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Autonomous mobile robots can improve repeatability and operational support.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A miniaturized prototype provides a practical platform for education and research.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/>
              <a:t>‹#›</a:t>
            </a:fld>
            <a:endParaRPr b="1"/>
          </a:p>
        </p:txBody>
      </p:sp>
      <p:sp>
        <p:nvSpPr>
          <p:cNvPr id="66" name="Google Shape;66;p14"/>
          <p:cNvSpPr/>
          <p:nvPr/>
        </p:nvSpPr>
        <p:spPr>
          <a:xfrm>
            <a:off x="1741075" y="4413625"/>
            <a:ext cx="4743900" cy="6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8926" y="4465900"/>
            <a:ext cx="1322325" cy="53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Objective</a:t>
            </a:r>
            <a:endParaRPr b="1"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575300" y="962350"/>
            <a:ext cx="7827300" cy="3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Design and develop a miniaturized robotic platform for logistics.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Integrate LiDAR, ultrasonic sensors, and ROS 2 for perception and navigation.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Experimentally validate the system using SLAM.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/>
              <a:t>‹#›</a:t>
            </a:fld>
            <a:endParaRPr b="1"/>
          </a:p>
        </p:txBody>
      </p:sp>
      <p:sp>
        <p:nvSpPr>
          <p:cNvPr id="75" name="Google Shape;75;p15"/>
          <p:cNvSpPr/>
          <p:nvPr/>
        </p:nvSpPr>
        <p:spPr>
          <a:xfrm>
            <a:off x="1741075" y="4413625"/>
            <a:ext cx="4743900" cy="6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5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8926" y="4465900"/>
            <a:ext cx="1322325" cy="53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Prototype Design and Fabrication</a:t>
            </a:r>
            <a:endParaRPr b="1"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33375" y="693200"/>
            <a:ext cx="49857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The chassis was designed in CAD and 3D printed in PLA.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The miniaturized prototype uses four DC motors for differential drive and one motor for fork lifting.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Its compact dimensions of 24 cm in length, 22 cm in height, and 1.35 kg in mass make it suitable for reduced-scale experimental validation.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/>
              <a:t>‹#›</a:t>
            </a:fld>
            <a:endParaRPr b="1"/>
          </a:p>
        </p:txBody>
      </p:sp>
      <p:sp>
        <p:nvSpPr>
          <p:cNvPr id="84" name="Google Shape;84;p16"/>
          <p:cNvSpPr/>
          <p:nvPr/>
        </p:nvSpPr>
        <p:spPr>
          <a:xfrm>
            <a:off x="1741075" y="4413625"/>
            <a:ext cx="4743900" cy="6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6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8926" y="4465900"/>
            <a:ext cx="1322325" cy="53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2181" y="840675"/>
            <a:ext cx="2987982" cy="288599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5977225" y="3614963"/>
            <a:ext cx="17379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</a:rPr>
              <a:t>Robot design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Hardware Components</a:t>
            </a:r>
            <a:endParaRPr b="1"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05975" y="638325"/>
            <a:ext cx="5249100" cy="38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Raspberry Pi 4 as central processing unit.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LiDAR (RPLiDAR C1) for mapping and navigation.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Ultrasonic sensors for obstacle detection.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Intel RealSense D435i for depth perception and pallet detection.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DC motors and encoders for movement and odometry.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Motor drivers (TB6612FNG and L298N) for motion and fork control.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Supporting components: power bank, limit switch, buzzer, and connector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/>
              <a:t>‹#›</a:t>
            </a:fld>
            <a:endParaRPr b="1"/>
          </a:p>
        </p:txBody>
      </p:sp>
      <p:sp>
        <p:nvSpPr>
          <p:cNvPr id="95" name="Google Shape;95;p17"/>
          <p:cNvSpPr/>
          <p:nvPr/>
        </p:nvSpPr>
        <p:spPr>
          <a:xfrm>
            <a:off x="1741075" y="4413625"/>
            <a:ext cx="4743900" cy="6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7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8926" y="4465900"/>
            <a:ext cx="1322325" cy="53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2750" y="638325"/>
            <a:ext cx="2589500" cy="25994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/>
        </p:nvSpPr>
        <p:spPr>
          <a:xfrm>
            <a:off x="5682750" y="3237775"/>
            <a:ext cx="25053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Physical prototype of the mobile robot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Mapping (SLAM)</a:t>
            </a:r>
            <a:endParaRPr b="1"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575300" y="572700"/>
            <a:ext cx="7827300" cy="15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LiDAR-based 2D environment mapping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Real-time data acquisition via ROS 2 (/scan topic)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Map generation and localization using RViz2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Integration with odometry for position estimation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/>
              <a:t>‹#›</a:t>
            </a:fld>
            <a:endParaRPr b="1"/>
          </a:p>
        </p:txBody>
      </p:sp>
      <p:sp>
        <p:nvSpPr>
          <p:cNvPr id="106" name="Google Shape;106;p18"/>
          <p:cNvSpPr/>
          <p:nvPr/>
        </p:nvSpPr>
        <p:spPr>
          <a:xfrm>
            <a:off x="1741075" y="4413625"/>
            <a:ext cx="4743900" cy="6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8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8926" y="4465900"/>
            <a:ext cx="1322325" cy="53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6600" y="2076000"/>
            <a:ext cx="2504045" cy="16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4218" y="2076007"/>
            <a:ext cx="3128951" cy="169844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/>
        </p:nvSpPr>
        <p:spPr>
          <a:xfrm>
            <a:off x="1034200" y="3683000"/>
            <a:ext cx="312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RViz2 visualization of LiDAR-based SLAM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4704125" y="3683000"/>
            <a:ext cx="312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Experimental mapping environment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Tests and Validation</a:t>
            </a:r>
            <a:endParaRPr b="1"/>
          </a:p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575300" y="836150"/>
            <a:ext cx="7827300" cy="37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Assembly tests were performed to verify the correct positioning of mechanical and electronic components.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Individual validation of sensors, motors, and control modules was carried out before full integration.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Movement tests were conducted to adjust motor control and calibrate odometry.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Obstacle detection tests were performed using front, rear, and side ultrasonic sensors.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SLAM mapping and navigation were validated in RViz using 2D Pose Estimate and Nav2 Goal.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18" name="Google Shape;11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/>
              <a:t>‹#›</a:t>
            </a:fld>
            <a:endParaRPr b="1"/>
          </a:p>
        </p:txBody>
      </p:sp>
      <p:sp>
        <p:nvSpPr>
          <p:cNvPr id="119" name="Google Shape;119;p19"/>
          <p:cNvSpPr/>
          <p:nvPr/>
        </p:nvSpPr>
        <p:spPr>
          <a:xfrm>
            <a:off x="1741075" y="4413625"/>
            <a:ext cx="4743900" cy="6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9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8926" y="4465900"/>
            <a:ext cx="1322325" cy="53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Prototype Demonstration Video</a:t>
            </a:r>
            <a:endParaRPr b="1"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575300" y="962350"/>
            <a:ext cx="7827300" cy="3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SLAM-Based Mapping Experiment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Obstacle Avoidance Experiment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</a:rPr>
              <a:t>YouTube</a:t>
            </a:r>
            <a:r>
              <a:rPr lang="pt-BR" sz="2000">
                <a:solidFill>
                  <a:schemeClr val="dk1"/>
                </a:solidFill>
              </a:rPr>
              <a:t>: </a:t>
            </a:r>
            <a:r>
              <a:rPr lang="pt-BR" sz="2000" u="sng">
                <a:solidFill>
                  <a:schemeClr val="hlink"/>
                </a:solidFill>
                <a:hlinkClick r:id="rId3"/>
              </a:rPr>
              <a:t>https://youtu.be/EFHZ58ks7_c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27" name="Google Shape;1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/>
              <a:t>‹#›</a:t>
            </a:fld>
            <a:endParaRPr b="1"/>
          </a:p>
        </p:txBody>
      </p:sp>
      <p:sp>
        <p:nvSpPr>
          <p:cNvPr id="128" name="Google Shape;128;p20"/>
          <p:cNvSpPr/>
          <p:nvPr/>
        </p:nvSpPr>
        <p:spPr>
          <a:xfrm>
            <a:off x="1741075" y="4413625"/>
            <a:ext cx="4743900" cy="6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0" title="imag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8926" y="4465900"/>
            <a:ext cx="1322325" cy="53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Conclusion</a:t>
            </a:r>
            <a:endParaRPr b="1"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575300" y="962350"/>
            <a:ext cx="7827300" cy="3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The proposed prototype demonstrated the feasibility of a miniaturized mobile robot for logistics applications.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The system successfully integrated sensors, embedded electronics, and ROS 2 architecture.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Initial experiments validated SLAM-based mapping, obstacle detection, and navigation.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The platform showed potential for educational and research applications in robotics and logistics.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36" name="Google Shape;13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/>
              <a:t>‹#›</a:t>
            </a:fld>
            <a:endParaRPr b="1"/>
          </a:p>
        </p:txBody>
      </p:sp>
      <p:sp>
        <p:nvSpPr>
          <p:cNvPr id="137" name="Google Shape;137;p21"/>
          <p:cNvSpPr/>
          <p:nvPr/>
        </p:nvSpPr>
        <p:spPr>
          <a:xfrm>
            <a:off x="1741075" y="4413625"/>
            <a:ext cx="4743900" cy="6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1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8926" y="4465900"/>
            <a:ext cx="1322325" cy="53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Future Work</a:t>
            </a:r>
            <a:endParaRPr b="1"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575300" y="962350"/>
            <a:ext cx="7827300" cy="3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Improve odometry accuracy and navigation stability.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Enhance SLAM performance for more accurate environment mapping.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Implement pallet detection using the Intel RealSense D435i camera.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45" name="Google Shape;14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/>
              <a:t>‹#›</a:t>
            </a:fld>
            <a:endParaRPr b="1"/>
          </a:p>
        </p:txBody>
      </p:sp>
      <p:sp>
        <p:nvSpPr>
          <p:cNvPr id="146" name="Google Shape;146;p22"/>
          <p:cNvSpPr/>
          <p:nvPr/>
        </p:nvSpPr>
        <p:spPr>
          <a:xfrm>
            <a:off x="1741075" y="4413625"/>
            <a:ext cx="4743900" cy="6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2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8926" y="4465900"/>
            <a:ext cx="1322325" cy="53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Thank You for Your Attention</a:t>
            </a:r>
            <a:endParaRPr b="1"/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575300" y="962350"/>
            <a:ext cx="7827300" cy="3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Questions?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54" name="Google Shape;15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/>
              <a:t>‹#›</a:t>
            </a:fld>
            <a:endParaRPr b="1"/>
          </a:p>
        </p:txBody>
      </p:sp>
      <p:sp>
        <p:nvSpPr>
          <p:cNvPr id="155" name="Google Shape;155;p23"/>
          <p:cNvSpPr/>
          <p:nvPr/>
        </p:nvSpPr>
        <p:spPr>
          <a:xfrm>
            <a:off x="1741075" y="4413625"/>
            <a:ext cx="4743900" cy="6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3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8926" y="4465900"/>
            <a:ext cx="1322325" cy="53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